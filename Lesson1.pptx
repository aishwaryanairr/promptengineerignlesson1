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6C0D-1DF6-931F-5D42-D2F0B08E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53696-A67D-91F8-E61B-B6DA4F460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A45F4-2C7C-62E5-8105-6BBCF535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52CFE-E7E0-F591-5AAC-3C27BD8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3D4D3-32E9-98C8-FE60-FF2B2D6D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5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E26-156C-B3D6-422C-A8596A0F4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027F-376F-FFB1-2C99-0E13FF81B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C23DA-166B-66C2-A13E-8C1C2CCE2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47504-B491-F880-DCD0-80C8C7EC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3C1D-FCAA-8733-5825-1F4F2919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6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FFD0-CA64-4DB6-0CEA-55CABB56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C2C98-C717-D112-A86C-79EB47690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ECFFA-E931-62B6-1328-AA406E1B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83549-5E86-F2CB-5459-BB9E6E27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E4A35-BCB9-A82C-3891-0917A38A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4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B2E5-F554-3187-DB76-23D82B48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BBABF-F74C-32CC-FBA5-5F1A12280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DE649-DEEE-6F13-0ADE-EE0951FA5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A732C-5DA7-2209-9CAC-3D7687629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54B4-3A25-B814-185C-61853BDF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A1FDF-9216-828E-E0C7-1268BA3D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3737-A7EA-1F5B-239B-6303ED77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1BAF0-61BA-8393-285E-45D87F486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291E8-1F1D-3618-7D10-08AA682A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F0428-7D2B-EFDC-5083-DDCC16E86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03180-81F7-5265-4C63-C9519E634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C6C25-9280-C1D4-66D2-90C17E12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C6A85-F1FC-5AE5-D2E4-90DD737A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55525-E734-72D8-4EAC-7271D85D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0552-2ACA-7AE1-2CD8-ABCA5FC3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B7EE2-4439-DDB3-028F-FB001A72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91529-28B3-EA94-7EF3-AEB2013A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0C69C-E2A7-9486-3061-0642ADA5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1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D34E7-D8A6-8EC9-407C-6B31FEEB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EFCAF-BB69-3003-2FFF-774D581C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608C-5740-E0E7-3ACA-17209D6C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61CD-8FD9-A886-B754-28576BC8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0CEF-0013-87DC-EF91-A6507E21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FC378-109B-E7E2-6472-9FA5FB868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69C62-2D56-281D-AB23-873CFF5C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2AA7A-16D5-6A54-A9F8-4A0CBBE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EAB22-597A-32E9-725E-520EE52B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9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EE2A-ECE4-59F9-0556-89D2743C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EFBD5-1649-B22D-334F-2EB39A7BB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2F20C-A938-DF40-EAC4-A587D3AA5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CFC50-01D6-FE1F-1AB6-57BB74C5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E92BF-656F-9B68-72C9-45305C9D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CF113-D88A-6C39-EF56-871D1804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7C6A-7407-BA15-1690-0D8DD7D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5D0CF-10FA-6172-DA99-E1C7E30D6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C4060-822C-0055-F911-EE199C61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D51EB-6770-FE30-F2F2-7CC3EA59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C850-E3A4-7F27-7482-57348B3A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7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A4DC3-D034-BC10-5351-67AE1BAC5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4129A-7B36-4F1A-C532-EBA98FCD7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E8D23-9DB0-A6B7-1B25-1AD5C975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1BDB3-7F4F-55C1-E8B7-4CADB8DD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9A205-EF84-F27B-18E5-78CCDF9B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7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BDE59-30CD-9439-45C8-DB27B387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E95AE-CF1B-763E-702D-3C577576C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A6D6B-E134-FB82-96C8-D703E36E9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39E94-B099-43C3-ACCF-28705C46E6E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5873F-7893-4DC7-A77A-D7A155059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9ED96-38F0-B143-DFB9-D9F4B010D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ADB74-1FFE-4FDA-8A57-AECF22B64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2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A12758-F1E7-F777-9E07-A434A2D1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67" y="519840"/>
            <a:ext cx="10792056" cy="56547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660DF2-8355-BE34-EAC7-593A891074F7}"/>
              </a:ext>
            </a:extLst>
          </p:cNvPr>
          <p:cNvSpPr txBox="1"/>
          <p:nvPr/>
        </p:nvSpPr>
        <p:spPr>
          <a:xfrm>
            <a:off x="5222449" y="2253006"/>
            <a:ext cx="515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Share riddle for 10 year 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9C454-380D-25BA-0CD3-48FE117F7460}"/>
              </a:ext>
            </a:extLst>
          </p:cNvPr>
          <p:cNvSpPr txBox="1"/>
          <p:nvPr/>
        </p:nvSpPr>
        <p:spPr>
          <a:xfrm>
            <a:off x="662234" y="2899363"/>
            <a:ext cx="35044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 Riddles for a 10-Year-Old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What has hands but cannot clap?</a:t>
            </a:r>
            <a:r>
              <a:rPr lang="en-US" dirty="0">
                <a:solidFill>
                  <a:schemeClr val="bg1"/>
                </a:solidFill>
              </a:rPr>
              <a:t> ⏰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What gets wetter the more it dries?</a:t>
            </a:r>
            <a:r>
              <a:rPr lang="en-US" dirty="0">
                <a:solidFill>
                  <a:schemeClr val="bg1"/>
                </a:solidFill>
              </a:rPr>
              <a:t> 🧻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The more you take away from me, the bigger I become. What am I?</a:t>
            </a:r>
            <a:r>
              <a:rPr lang="en-US" dirty="0">
                <a:solidFill>
                  <a:schemeClr val="bg1"/>
                </a:solidFill>
              </a:rPr>
              <a:t> 🕳️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What has many teeth but cannot bite?</a:t>
            </a:r>
            <a:r>
              <a:rPr lang="en-US" dirty="0">
                <a:solidFill>
                  <a:schemeClr val="bg1"/>
                </a:solidFill>
              </a:rPr>
              <a:t> 🪮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What belongs to you, but other people use it m</a:t>
            </a:r>
            <a:r>
              <a:rPr lang="en-US" b="1" dirty="0"/>
              <a:t>ore than you do?</a:t>
            </a:r>
            <a:r>
              <a:rPr lang="en-US" dirty="0"/>
              <a:t> 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975B2-AFA1-2EF2-F70F-C51ECE304187}"/>
              </a:ext>
            </a:extLst>
          </p:cNvPr>
          <p:cNvSpPr txBox="1"/>
          <p:nvPr/>
        </p:nvSpPr>
        <p:spPr>
          <a:xfrm>
            <a:off x="4052741" y="2899363"/>
            <a:ext cx="204325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gets wetter and wetter the more it dries?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towel.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 have a face and two hands, but no arms or legs.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clock.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has to be broken before you can use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An egg.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The more of this there is, the less you see. What is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Darkness.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I’m tall when I’m young, and I’m short when I’m old.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candle.</a:t>
            </a:r>
          </a:p>
        </p:txBody>
      </p:sp>
    </p:spTree>
    <p:extLst>
      <p:ext uri="{BB962C8B-B14F-4D97-AF65-F5344CB8AC3E}">
        <p14:creationId xmlns:p14="http://schemas.microsoft.com/office/powerpoint/2010/main" val="404971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6B7F-4776-602B-516C-535B3424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F40780-1EAE-067E-1C64-A21F2D814BA5}"/>
              </a:ext>
            </a:extLst>
          </p:cNvPr>
          <p:cNvSpPr txBox="1"/>
          <p:nvPr/>
        </p:nvSpPr>
        <p:spPr>
          <a:xfrm>
            <a:off x="5222449" y="2253006"/>
            <a:ext cx="515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Share riddle for 10 year 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5BC8B-0773-F123-A293-83A023DA94BF}"/>
              </a:ext>
            </a:extLst>
          </p:cNvPr>
          <p:cNvSpPr txBox="1"/>
          <p:nvPr/>
        </p:nvSpPr>
        <p:spPr>
          <a:xfrm>
            <a:off x="662234" y="2899363"/>
            <a:ext cx="96224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 Riddles for a 10-Year-Old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has hands but cannot clap?</a:t>
            </a:r>
            <a:r>
              <a:rPr lang="en-US" dirty="0"/>
              <a:t> ⏰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gets wetter the more it dries?</a:t>
            </a:r>
            <a:r>
              <a:rPr lang="en-US" dirty="0"/>
              <a:t> 🧻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The more you take away from me, the bigger I become. What am I?</a:t>
            </a:r>
            <a:r>
              <a:rPr lang="en-US" dirty="0"/>
              <a:t> 🕳️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has many teeth but cannot bite?</a:t>
            </a:r>
            <a:r>
              <a:rPr lang="en-US" dirty="0"/>
              <a:t> 🪮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belongs to you, but other people use it more than you do?</a:t>
            </a:r>
            <a:r>
              <a:rPr lang="en-US" dirty="0"/>
              <a:t> 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BCAF1-62FC-F770-7070-CB2F28D6E15C}"/>
              </a:ext>
            </a:extLst>
          </p:cNvPr>
          <p:cNvSpPr txBox="1"/>
          <p:nvPr/>
        </p:nvSpPr>
        <p:spPr>
          <a:xfrm>
            <a:off x="4052741" y="2899363"/>
            <a:ext cx="204325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gets wetter and wetter the more it dries?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towel.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 have a face and two hands, but no arms or legs.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clock.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has to be broken before you can use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An egg.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The more of this there is, the less you see. What is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Darkness.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I’m tall when I’m young, and I’m short when I’m old.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candle.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0F65E-DFA2-5F07-C1EE-9EF10CE40209}"/>
              </a:ext>
            </a:extLst>
          </p:cNvPr>
          <p:cNvSpPr txBox="1"/>
          <p:nvPr/>
        </p:nvSpPr>
        <p:spPr>
          <a:xfrm>
            <a:off x="662234" y="2253006"/>
            <a:ext cx="734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Chatgpt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9700B-949B-4EB8-325A-8E25280B69FA}"/>
              </a:ext>
            </a:extLst>
          </p:cNvPr>
          <p:cNvSpPr txBox="1"/>
          <p:nvPr/>
        </p:nvSpPr>
        <p:spPr>
          <a:xfrm>
            <a:off x="970961" y="1348033"/>
            <a:ext cx="649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Riddles for 10 year old</a:t>
            </a:r>
          </a:p>
        </p:txBody>
      </p:sp>
    </p:spTree>
    <p:extLst>
      <p:ext uri="{BB962C8B-B14F-4D97-AF65-F5344CB8AC3E}">
        <p14:creationId xmlns:p14="http://schemas.microsoft.com/office/powerpoint/2010/main" val="202245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249A-5480-4C22-9944-E184E59B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6E3484-F970-F1CA-E1D5-E3E5A039119F}"/>
              </a:ext>
            </a:extLst>
          </p:cNvPr>
          <p:cNvSpPr txBox="1"/>
          <p:nvPr/>
        </p:nvSpPr>
        <p:spPr>
          <a:xfrm>
            <a:off x="5222449" y="2253006"/>
            <a:ext cx="515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Share riddle for 10 year old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7FE63-6F3E-AA57-3B60-F66F9C5FE8C2}"/>
              </a:ext>
            </a:extLst>
          </p:cNvPr>
          <p:cNvSpPr txBox="1"/>
          <p:nvPr/>
        </p:nvSpPr>
        <p:spPr>
          <a:xfrm>
            <a:off x="4052741" y="2899363"/>
            <a:ext cx="204325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gets wetter and wetter the more it dries?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towel.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 have a face and two hands, but no arms or legs.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clock.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What has to be broken before you can use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An egg.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The more of this there is, the less you see. What is it?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Darkness.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I’m tall when I’m young, and I’m short when I’m old. What am I?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i="1" dirty="0">
                <a:solidFill>
                  <a:schemeClr val="bg1"/>
                </a:solidFill>
                <a:effectLst/>
              </a:rPr>
              <a:t>Answer:</a:t>
            </a:r>
            <a:r>
              <a:rPr lang="en-US" dirty="0">
                <a:solidFill>
                  <a:schemeClr val="bg1"/>
                </a:solidFill>
                <a:effectLst/>
              </a:rPr>
              <a:t> A candle.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E32CD-03A3-145E-5A39-984BA711741F}"/>
              </a:ext>
            </a:extLst>
          </p:cNvPr>
          <p:cNvSpPr txBox="1"/>
          <p:nvPr/>
        </p:nvSpPr>
        <p:spPr>
          <a:xfrm>
            <a:off x="1293830" y="867266"/>
            <a:ext cx="734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Gemini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B75DA-B6C1-0098-89CA-DD88887F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40" y="1994390"/>
            <a:ext cx="7491109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5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E618-3A0D-B8D0-6530-48266B27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09C15-D94D-1965-AE65-54D5A047A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00" y="1428576"/>
            <a:ext cx="7376799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49F7-BD71-F600-6E6D-4750003B4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0FB06-AF9A-A8E5-9981-70B8D8D9F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253" y="2069456"/>
            <a:ext cx="615749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8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446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Copilot</vt:lpstr>
      <vt:lpstr>Claude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Nair</dc:creator>
  <cp:lastModifiedBy>Aishwarya Nair</cp:lastModifiedBy>
  <cp:revision>1</cp:revision>
  <dcterms:created xsi:type="dcterms:W3CDTF">2026-09-07T09:42:47Z</dcterms:created>
  <dcterms:modified xsi:type="dcterms:W3CDTF">2026-09-07T09:50:11Z</dcterms:modified>
</cp:coreProperties>
</file>